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575"/>
    <a:srgbClr val="D5CD29"/>
    <a:srgbClr val="FF5353"/>
    <a:srgbClr val="FE3486"/>
    <a:srgbClr val="0088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57B424-AAED-E04A-6719-1BB4F7BB36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44B0CDE-51B4-98E7-0993-6D17636896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103AA7-1BA4-5BAD-1D45-312767285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7882B-DB08-4A77-834F-9FE63DCCC2A3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106408-D009-BD4F-7295-FC94D3A7E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208330-72C4-2A92-6308-330F41CF7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91409-9BBD-42AE-808A-F6E30F0345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7029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CA10DA-3E8A-44A0-91A4-15F1CBC1B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601EA4-5205-7575-3E55-0A8F1684A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E846EA-EA97-649C-8E5A-F15CBAF11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7882B-DB08-4A77-834F-9FE63DCCC2A3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F20E15-9D8B-7A29-99B8-5452E0ECC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F5C34C-179F-9E4D-E84D-657CC8637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91409-9BBD-42AE-808A-F6E30F0345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5804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96A7A2-4756-1A84-2E59-30ED8D5C1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A701BAA-D428-CFEC-6A03-E9ACBEEEB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8C3E3C-2181-3850-255E-71501F5F5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7882B-DB08-4A77-834F-9FE63DCCC2A3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F5381B-7F37-FFB1-F69D-54D914976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0DF19E-267B-9C28-0E28-AD8796B66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91409-9BBD-42AE-808A-F6E30F0345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8944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DE24D7-F509-4E56-EA9B-03E60CD9B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A7FC81-2497-3462-B19F-C2EDFBD9CC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F4B6198-BA39-6BE2-BEB0-440BF49527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17105B-E8F4-A96D-BCE4-497982B9B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7882B-DB08-4A77-834F-9FE63DCCC2A3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FF5948B-D091-E8B6-1CCC-F5818C063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941C91F-F8E1-7C0D-2AF7-8BD47BD5E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91409-9BBD-42AE-808A-F6E30F0345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1666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930823-7DAF-28DD-7CAB-8E23A5591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808EBD-2AAE-4199-1A14-7791927464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F072014-8BDC-585F-E0C1-CB5C6EF787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4B2CF30-6934-5B42-0C63-55544854E2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6C1B8F9-C6B0-300A-7477-917D878E54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C2B7971-8255-B8C1-D4FE-92BF64E65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7882B-DB08-4A77-834F-9FE63DCCC2A3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6B1632D-48BB-F87E-1A80-73666D172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0204429-8AA8-9F20-6F08-56D7937B0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91409-9BBD-42AE-808A-F6E30F0345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9662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FEE9C5-56AB-5207-4277-D5F68C626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190B00F-E5EE-9D58-5D30-D88278AA5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7882B-DB08-4A77-834F-9FE63DCCC2A3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3BEB39F-ECF2-C835-10A7-D5F45CAD4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1EBC501-DFDF-3915-7873-558562607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91409-9BBD-42AE-808A-F6E30F0345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4498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37C4015-A802-3BC3-8513-549AD98D0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7882B-DB08-4A77-834F-9FE63DCCC2A3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9D01777-0BF7-DECD-004F-CDEF78EF4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55AA7B-293D-2356-3CB7-8E6DD64B2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91409-9BBD-42AE-808A-F6E30F0345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4601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8611D1-E063-FF9F-C3D5-14F65EC55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537524-8BF6-6FB9-4C02-CA9943FB9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F8E759-C13E-4DE5-1F47-F5DE17EB1A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1F6883-53D6-BE7C-AF3C-ECCBF32D0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7882B-DB08-4A77-834F-9FE63DCCC2A3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94D4496-97F6-DDF2-E9A6-5E59520F1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8EBDCC7-74E2-2F59-0235-87CC6C0CB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91409-9BBD-42AE-808A-F6E30F0345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9666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46E837-DF55-A6F8-BF35-E95FB927A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D8E9D1D-C43F-37D5-0C31-560DCB3143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338DCE3-44E6-7D95-271C-2AC975087D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FD38DA-F753-E03C-7AC2-782F03BF0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7882B-DB08-4A77-834F-9FE63DCCC2A3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13C5BBF-6B9D-83A6-FAB7-48A019C47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87F071-7A46-EB8C-CE0E-5960A890E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91409-9BBD-42AE-808A-F6E30F0345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5026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79CA13-2806-94A8-8BCE-707D71B97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9E98E40-1157-5E7A-A697-3BED6B51D1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686F40-6A5C-4C04-3410-60335CDBE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7882B-DB08-4A77-834F-9FE63DCCC2A3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FF0407-9679-7CC6-C497-7BC24F8CA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8EC070-116C-061F-A4FC-C0227C721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91409-9BBD-42AE-808A-F6E30F0345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9611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EB81C01-0E6A-F33A-CF7F-2BF1EDE22B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7FD6A83-EFEE-9986-B2AC-9A3FE96A7F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6F380C-E90A-3EE4-A5E1-436A1CC74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7882B-DB08-4A77-834F-9FE63DCCC2A3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07561F-48E7-F7A4-0F37-61D00EF37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8BB64A-005D-D091-98CF-A0495936A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91409-9BBD-42AE-808A-F6E30F0345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4812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4E1FCF4-5F42-5246-5049-07E341A9C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AB50EB-6076-6D86-F78F-63AE94332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10AE2B-D0E9-BAEF-EF3B-61F36001F7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97882B-DB08-4A77-834F-9FE63DCCC2A3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A67A71-D566-7336-6544-5F26BA1B5D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231B5F-8398-56CD-DBAE-D7A18521B4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C91409-9BBD-42AE-808A-F6E30F0345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4250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7AB7B78C-30F1-5D91-F464-6EFC38E72B0C}"/>
              </a:ext>
            </a:extLst>
          </p:cNvPr>
          <p:cNvSpPr/>
          <p:nvPr/>
        </p:nvSpPr>
        <p:spPr>
          <a:xfrm>
            <a:off x="3195782" y="239857"/>
            <a:ext cx="2613891" cy="1932100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92E71A5-F7EE-B780-BE3B-73AA76CEB05C}"/>
              </a:ext>
            </a:extLst>
          </p:cNvPr>
          <p:cNvSpPr txBox="1"/>
          <p:nvPr/>
        </p:nvSpPr>
        <p:spPr>
          <a:xfrm>
            <a:off x="3934506" y="358418"/>
            <a:ext cx="1107996" cy="33855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6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master-01</a:t>
            </a:r>
            <a:endParaRPr lang="zh-CN" altLang="en-US" sz="1600">
              <a:solidFill>
                <a:srgbClr val="FFFF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9852449-262C-598C-C6F9-4D0944E6CC91}"/>
              </a:ext>
            </a:extLst>
          </p:cNvPr>
          <p:cNvSpPr txBox="1"/>
          <p:nvPr/>
        </p:nvSpPr>
        <p:spPr>
          <a:xfrm>
            <a:off x="3288145" y="815532"/>
            <a:ext cx="1107996" cy="33855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scheduler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32191F0-D564-B764-230C-2F96E1F1D3A2}"/>
              </a:ext>
            </a:extLst>
          </p:cNvPr>
          <p:cNvSpPr txBox="1"/>
          <p:nvPr/>
        </p:nvSpPr>
        <p:spPr>
          <a:xfrm>
            <a:off x="4488504" y="815532"/>
            <a:ext cx="1210588" cy="33855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controller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C3AF6D7-6DA6-2C21-7F1E-5DB55DD5D3E4}"/>
              </a:ext>
            </a:extLst>
          </p:cNvPr>
          <p:cNvSpPr txBox="1"/>
          <p:nvPr/>
        </p:nvSpPr>
        <p:spPr>
          <a:xfrm>
            <a:off x="3948729" y="1736143"/>
            <a:ext cx="1107996" cy="33855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apiserver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1" name="连接符: 肘形 10">
            <a:extLst>
              <a:ext uri="{FF2B5EF4-FFF2-40B4-BE49-F238E27FC236}">
                <a16:creationId xmlns:a16="http://schemas.microsoft.com/office/drawing/2014/main" id="{B41810BB-676B-7429-4063-ABE1C1F02387}"/>
              </a:ext>
            </a:extLst>
          </p:cNvPr>
          <p:cNvCxnSpPr>
            <a:cxnSpLocks/>
            <a:stCxn id="7" idx="2"/>
          </p:cNvCxnSpPr>
          <p:nvPr/>
        </p:nvCxnSpPr>
        <p:spPr>
          <a:xfrm rot="16200000" flipH="1">
            <a:off x="3749495" y="1246734"/>
            <a:ext cx="582057" cy="396760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6C4955E5-8744-42FD-FAB3-232C56D3926B}"/>
              </a:ext>
            </a:extLst>
          </p:cNvPr>
          <p:cNvCxnSpPr>
            <a:cxnSpLocks/>
            <a:stCxn id="8" idx="2"/>
          </p:cNvCxnSpPr>
          <p:nvPr/>
        </p:nvCxnSpPr>
        <p:spPr>
          <a:xfrm rot="5400000">
            <a:off x="4632909" y="1275255"/>
            <a:ext cx="582059" cy="33972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53E5019E-AB75-7008-33CD-9885695DC1B8}"/>
              </a:ext>
            </a:extLst>
          </p:cNvPr>
          <p:cNvSpPr/>
          <p:nvPr/>
        </p:nvSpPr>
        <p:spPr>
          <a:xfrm>
            <a:off x="6615022" y="239857"/>
            <a:ext cx="2613891" cy="1932100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3897508-4EDA-04C0-74A6-1F27C5828B11}"/>
              </a:ext>
            </a:extLst>
          </p:cNvPr>
          <p:cNvSpPr txBox="1"/>
          <p:nvPr/>
        </p:nvSpPr>
        <p:spPr>
          <a:xfrm>
            <a:off x="7353746" y="358418"/>
            <a:ext cx="1107996" cy="33855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6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master-02</a:t>
            </a:r>
            <a:endParaRPr lang="zh-CN" altLang="en-US" sz="1600">
              <a:solidFill>
                <a:srgbClr val="FFFF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EDEE56B-B0C2-9882-D8C6-7FC64AF70267}"/>
              </a:ext>
            </a:extLst>
          </p:cNvPr>
          <p:cNvSpPr txBox="1"/>
          <p:nvPr/>
        </p:nvSpPr>
        <p:spPr>
          <a:xfrm>
            <a:off x="6707385" y="815532"/>
            <a:ext cx="1107996" cy="33855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scheduler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19EB830-73B8-33ED-B3EC-BA15D7102C5C}"/>
              </a:ext>
            </a:extLst>
          </p:cNvPr>
          <p:cNvSpPr txBox="1"/>
          <p:nvPr/>
        </p:nvSpPr>
        <p:spPr>
          <a:xfrm>
            <a:off x="7907744" y="815532"/>
            <a:ext cx="1210588" cy="33855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controller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06A466F-F1B0-7FF2-CC4A-FBE945BBA8EF}"/>
              </a:ext>
            </a:extLst>
          </p:cNvPr>
          <p:cNvSpPr txBox="1"/>
          <p:nvPr/>
        </p:nvSpPr>
        <p:spPr>
          <a:xfrm>
            <a:off x="7367969" y="1736143"/>
            <a:ext cx="1107996" cy="33855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apiserver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399E0E9F-E720-1301-7E70-010A52C3F984}"/>
              </a:ext>
            </a:extLst>
          </p:cNvPr>
          <p:cNvCxnSpPr>
            <a:cxnSpLocks/>
            <a:stCxn id="19" idx="2"/>
          </p:cNvCxnSpPr>
          <p:nvPr/>
        </p:nvCxnSpPr>
        <p:spPr>
          <a:xfrm rot="16200000" flipH="1">
            <a:off x="7168735" y="1246734"/>
            <a:ext cx="582057" cy="396760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3" name="连接符: 肘形 22">
            <a:extLst>
              <a:ext uri="{FF2B5EF4-FFF2-40B4-BE49-F238E27FC236}">
                <a16:creationId xmlns:a16="http://schemas.microsoft.com/office/drawing/2014/main" id="{C4AA42E9-2FB7-4119-24C6-36A3CA7810BB}"/>
              </a:ext>
            </a:extLst>
          </p:cNvPr>
          <p:cNvCxnSpPr>
            <a:cxnSpLocks/>
            <a:stCxn id="20" idx="2"/>
          </p:cNvCxnSpPr>
          <p:nvPr/>
        </p:nvCxnSpPr>
        <p:spPr>
          <a:xfrm rot="5400000">
            <a:off x="8052149" y="1275255"/>
            <a:ext cx="582059" cy="33972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1CC894DE-A6F7-4194-2119-21283E830555}"/>
              </a:ext>
            </a:extLst>
          </p:cNvPr>
          <p:cNvSpPr/>
          <p:nvPr/>
        </p:nvSpPr>
        <p:spPr>
          <a:xfrm>
            <a:off x="4834292" y="2806123"/>
            <a:ext cx="2865242" cy="189345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CA8ECF4-1B06-DE11-5F1C-5B9E87D7DC73}"/>
              </a:ext>
            </a:extLst>
          </p:cNvPr>
          <p:cNvSpPr/>
          <p:nvPr/>
        </p:nvSpPr>
        <p:spPr>
          <a:xfrm>
            <a:off x="4856894" y="2830946"/>
            <a:ext cx="1371879" cy="135052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3F1B54C-5006-A37E-5629-61AA125E6745}"/>
              </a:ext>
            </a:extLst>
          </p:cNvPr>
          <p:cNvSpPr txBox="1"/>
          <p:nvPr/>
        </p:nvSpPr>
        <p:spPr>
          <a:xfrm>
            <a:off x="5153142" y="2966161"/>
            <a:ext cx="779381" cy="3693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FF00"/>
                </a:solidFill>
              </a:rPr>
              <a:t>LB-01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CCB74D4-4D90-C5D9-C78D-FD0FDD1981C1}"/>
              </a:ext>
            </a:extLst>
          </p:cNvPr>
          <p:cNvSpPr txBox="1"/>
          <p:nvPr/>
        </p:nvSpPr>
        <p:spPr>
          <a:xfrm>
            <a:off x="5052954" y="3360316"/>
            <a:ext cx="979755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/>
              <a:t>haproxy</a:t>
            </a:r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DECCAD5-CD59-597C-BDDF-651C670623BE}"/>
              </a:ext>
            </a:extLst>
          </p:cNvPr>
          <p:cNvSpPr txBox="1"/>
          <p:nvPr/>
        </p:nvSpPr>
        <p:spPr>
          <a:xfrm>
            <a:off x="4922308" y="3760365"/>
            <a:ext cx="1241045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/>
              <a:t>keepalived</a:t>
            </a:r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E004FD5-0BC2-7353-0771-285BB7B399BD}"/>
              </a:ext>
            </a:extLst>
          </p:cNvPr>
          <p:cNvSpPr/>
          <p:nvPr/>
        </p:nvSpPr>
        <p:spPr>
          <a:xfrm>
            <a:off x="6295169" y="2830946"/>
            <a:ext cx="1371879" cy="135052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4E0F157-AF60-AE3B-25A5-C2750896D648}"/>
              </a:ext>
            </a:extLst>
          </p:cNvPr>
          <p:cNvSpPr txBox="1"/>
          <p:nvPr/>
        </p:nvSpPr>
        <p:spPr>
          <a:xfrm>
            <a:off x="6591417" y="2966161"/>
            <a:ext cx="779381" cy="3693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FF00"/>
                </a:solidFill>
              </a:rPr>
              <a:t>LB-02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435E97F2-57EF-4323-2C5C-BD2D554933E3}"/>
              </a:ext>
            </a:extLst>
          </p:cNvPr>
          <p:cNvSpPr txBox="1"/>
          <p:nvPr/>
        </p:nvSpPr>
        <p:spPr>
          <a:xfrm>
            <a:off x="6491229" y="3360316"/>
            <a:ext cx="979755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/>
              <a:t>haproxy</a:t>
            </a:r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0CC3AE2-1E30-8472-CBF8-407B144C44AD}"/>
              </a:ext>
            </a:extLst>
          </p:cNvPr>
          <p:cNvSpPr txBox="1"/>
          <p:nvPr/>
        </p:nvSpPr>
        <p:spPr>
          <a:xfrm>
            <a:off x="6360583" y="3760365"/>
            <a:ext cx="1241045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/>
              <a:t>keepalived</a:t>
            </a:r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08D2D793-193E-C68B-60CA-9991F6285931}"/>
              </a:ext>
            </a:extLst>
          </p:cNvPr>
          <p:cNvSpPr txBox="1"/>
          <p:nvPr/>
        </p:nvSpPr>
        <p:spPr>
          <a:xfrm>
            <a:off x="5992785" y="4252791"/>
            <a:ext cx="510076" cy="369332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FF00"/>
                </a:solidFill>
              </a:rPr>
              <a:t>VIP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640089B7-72E2-3906-78EB-40E9977D140B}"/>
              </a:ext>
            </a:extLst>
          </p:cNvPr>
          <p:cNvSpPr/>
          <p:nvPr/>
        </p:nvSpPr>
        <p:spPr>
          <a:xfrm>
            <a:off x="2914650" y="5362575"/>
            <a:ext cx="1666875" cy="1255568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25A0BC2E-C763-4297-CE7C-60842E11FC80}"/>
              </a:ext>
            </a:extLst>
          </p:cNvPr>
          <p:cNvCxnSpPr/>
          <p:nvPr/>
        </p:nvCxnSpPr>
        <p:spPr>
          <a:xfrm>
            <a:off x="2914650" y="5788891"/>
            <a:ext cx="166687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D1924DC2-1251-3456-57AF-C911FC15DB2C}"/>
              </a:ext>
            </a:extLst>
          </p:cNvPr>
          <p:cNvCxnSpPr/>
          <p:nvPr/>
        </p:nvCxnSpPr>
        <p:spPr>
          <a:xfrm>
            <a:off x="2914650" y="6172200"/>
            <a:ext cx="166687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5B16C280-177F-A3AA-07B1-BDF62CBD2DD6}"/>
              </a:ext>
            </a:extLst>
          </p:cNvPr>
          <p:cNvSpPr txBox="1"/>
          <p:nvPr/>
        </p:nvSpPr>
        <p:spPr>
          <a:xfrm>
            <a:off x="3307853" y="5391067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kubelet</a:t>
            </a:r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8EDE0F9E-44AF-2AB2-D4A2-357FDBFF7F4B}"/>
              </a:ext>
            </a:extLst>
          </p:cNvPr>
          <p:cNvSpPr txBox="1"/>
          <p:nvPr/>
        </p:nvSpPr>
        <p:spPr>
          <a:xfrm>
            <a:off x="3085836" y="5775160"/>
            <a:ext cx="1359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kube-proxy</a:t>
            </a:r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4F974907-F3B6-09E5-878A-22CDC632DA0A}"/>
              </a:ext>
            </a:extLst>
          </p:cNvPr>
          <p:cNvSpPr txBox="1"/>
          <p:nvPr/>
        </p:nvSpPr>
        <p:spPr>
          <a:xfrm>
            <a:off x="3136381" y="6210505"/>
            <a:ext cx="1223412" cy="369332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FF00"/>
                </a:solidFill>
              </a:rPr>
              <a:t>worker-01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DAE0C6C6-BECC-6AC7-7DB5-F971CD680569}"/>
              </a:ext>
            </a:extLst>
          </p:cNvPr>
          <p:cNvSpPr/>
          <p:nvPr/>
        </p:nvSpPr>
        <p:spPr>
          <a:xfrm>
            <a:off x="5410011" y="5368842"/>
            <a:ext cx="1666875" cy="1255568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004937EA-C715-3C31-7BC5-01F97C4393A8}"/>
              </a:ext>
            </a:extLst>
          </p:cNvPr>
          <p:cNvCxnSpPr/>
          <p:nvPr/>
        </p:nvCxnSpPr>
        <p:spPr>
          <a:xfrm>
            <a:off x="5410011" y="5795158"/>
            <a:ext cx="166687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3679D3EC-B19F-536B-3D61-042CD3AEE7FF}"/>
              </a:ext>
            </a:extLst>
          </p:cNvPr>
          <p:cNvCxnSpPr/>
          <p:nvPr/>
        </p:nvCxnSpPr>
        <p:spPr>
          <a:xfrm>
            <a:off x="5410011" y="6178467"/>
            <a:ext cx="166687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69C601C7-42D9-DCB6-4929-6EBEF177666D}"/>
              </a:ext>
            </a:extLst>
          </p:cNvPr>
          <p:cNvSpPr txBox="1"/>
          <p:nvPr/>
        </p:nvSpPr>
        <p:spPr>
          <a:xfrm>
            <a:off x="5803214" y="5397334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kubelet</a:t>
            </a:r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60E1E124-4009-DB0A-42B8-319F815FE462}"/>
              </a:ext>
            </a:extLst>
          </p:cNvPr>
          <p:cNvSpPr txBox="1"/>
          <p:nvPr/>
        </p:nvSpPr>
        <p:spPr>
          <a:xfrm>
            <a:off x="5581197" y="5781427"/>
            <a:ext cx="1359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kube-proxy</a:t>
            </a:r>
            <a:endParaRPr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AE0497D3-026A-BBF4-D66B-78B6417E1F22}"/>
              </a:ext>
            </a:extLst>
          </p:cNvPr>
          <p:cNvSpPr txBox="1"/>
          <p:nvPr/>
        </p:nvSpPr>
        <p:spPr>
          <a:xfrm>
            <a:off x="5631742" y="6216772"/>
            <a:ext cx="1223412" cy="369332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FF00"/>
                </a:solidFill>
              </a:rPr>
              <a:t>worker-02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A49A9BD3-9706-DCE9-D238-19871A48BBDA}"/>
              </a:ext>
            </a:extLst>
          </p:cNvPr>
          <p:cNvSpPr/>
          <p:nvPr/>
        </p:nvSpPr>
        <p:spPr>
          <a:xfrm>
            <a:off x="7907707" y="5324269"/>
            <a:ext cx="1666875" cy="1255568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1603CCC2-9532-9007-E8F5-485C321DCD14}"/>
              </a:ext>
            </a:extLst>
          </p:cNvPr>
          <p:cNvCxnSpPr/>
          <p:nvPr/>
        </p:nvCxnSpPr>
        <p:spPr>
          <a:xfrm>
            <a:off x="7907707" y="5750585"/>
            <a:ext cx="166687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2BBAA32E-A8FC-49E9-BB30-DEAFC91DB833}"/>
              </a:ext>
            </a:extLst>
          </p:cNvPr>
          <p:cNvCxnSpPr/>
          <p:nvPr/>
        </p:nvCxnSpPr>
        <p:spPr>
          <a:xfrm>
            <a:off x="7907707" y="6133894"/>
            <a:ext cx="166687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4701047A-9796-C7A9-A5D8-D103CBFD7A26}"/>
              </a:ext>
            </a:extLst>
          </p:cNvPr>
          <p:cNvSpPr txBox="1"/>
          <p:nvPr/>
        </p:nvSpPr>
        <p:spPr>
          <a:xfrm>
            <a:off x="8300910" y="5352761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kubelet</a:t>
            </a:r>
            <a:endParaRPr lang="zh-CN" altLang="en-US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D458C070-FDED-2CCA-2531-A8EA5442A8DC}"/>
              </a:ext>
            </a:extLst>
          </p:cNvPr>
          <p:cNvSpPr txBox="1"/>
          <p:nvPr/>
        </p:nvSpPr>
        <p:spPr>
          <a:xfrm>
            <a:off x="8078893" y="5736854"/>
            <a:ext cx="1359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kube-proxy</a:t>
            </a:r>
            <a:endParaRPr lang="zh-CN" alt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BC70DE45-1B55-6BFF-DA19-A064FA4BEB64}"/>
              </a:ext>
            </a:extLst>
          </p:cNvPr>
          <p:cNvSpPr txBox="1"/>
          <p:nvPr/>
        </p:nvSpPr>
        <p:spPr>
          <a:xfrm>
            <a:off x="8129438" y="6172199"/>
            <a:ext cx="1223412" cy="369332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FFFF00"/>
                </a:solidFill>
              </a:rPr>
              <a:t>worker-03</a:t>
            </a:r>
            <a:endParaRPr lang="zh-CN" altLang="en-US">
              <a:solidFill>
                <a:srgbClr val="FFFF00"/>
              </a:solidFill>
            </a:endParaRPr>
          </a:p>
        </p:txBody>
      </p: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ED082238-6771-151C-C2C8-F5BF79E9F47D}"/>
              </a:ext>
            </a:extLst>
          </p:cNvPr>
          <p:cNvCxnSpPr>
            <a:cxnSpLocks/>
            <a:stCxn id="26" idx="0"/>
            <a:endCxn id="21" idx="2"/>
          </p:cNvCxnSpPr>
          <p:nvPr/>
        </p:nvCxnSpPr>
        <p:spPr>
          <a:xfrm flipV="1">
            <a:off x="5542833" y="2074697"/>
            <a:ext cx="2379134" cy="89146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60ACB911-D8E6-A34F-A9BC-0D7CE83E9D50}"/>
              </a:ext>
            </a:extLst>
          </p:cNvPr>
          <p:cNvCxnSpPr>
            <a:stCxn id="37" idx="0"/>
            <a:endCxn id="21" idx="2"/>
          </p:cNvCxnSpPr>
          <p:nvPr/>
        </p:nvCxnSpPr>
        <p:spPr>
          <a:xfrm flipV="1">
            <a:off x="6981108" y="2074697"/>
            <a:ext cx="940859" cy="89146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D772F261-463A-68C9-2162-61E2D391AFB6}"/>
              </a:ext>
            </a:extLst>
          </p:cNvPr>
          <p:cNvCxnSpPr>
            <a:stCxn id="37" idx="0"/>
            <a:endCxn id="9" idx="2"/>
          </p:cNvCxnSpPr>
          <p:nvPr/>
        </p:nvCxnSpPr>
        <p:spPr>
          <a:xfrm flipH="1" flipV="1">
            <a:off x="4502727" y="2074697"/>
            <a:ext cx="2478381" cy="89146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7F9AB21C-4116-1BE3-B31A-10B5C293C9CB}"/>
              </a:ext>
            </a:extLst>
          </p:cNvPr>
          <p:cNvCxnSpPr>
            <a:stCxn id="26" idx="0"/>
            <a:endCxn id="9" idx="2"/>
          </p:cNvCxnSpPr>
          <p:nvPr/>
        </p:nvCxnSpPr>
        <p:spPr>
          <a:xfrm flipH="1" flipV="1">
            <a:off x="4502727" y="2074697"/>
            <a:ext cx="1040106" cy="89146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EEAC4EA8-2A8E-8910-49E0-65DB23D8EB9A}"/>
              </a:ext>
            </a:extLst>
          </p:cNvPr>
          <p:cNvCxnSpPr>
            <a:cxnSpLocks/>
            <a:stCxn id="41" idx="0"/>
            <a:endCxn id="40" idx="2"/>
          </p:cNvCxnSpPr>
          <p:nvPr/>
        </p:nvCxnSpPr>
        <p:spPr>
          <a:xfrm flipV="1">
            <a:off x="3748088" y="4622123"/>
            <a:ext cx="2499735" cy="74045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31F76666-9EFE-0482-0189-AC620222C163}"/>
              </a:ext>
            </a:extLst>
          </p:cNvPr>
          <p:cNvCxnSpPr>
            <a:stCxn id="49" idx="0"/>
            <a:endCxn id="40" idx="2"/>
          </p:cNvCxnSpPr>
          <p:nvPr/>
        </p:nvCxnSpPr>
        <p:spPr>
          <a:xfrm flipV="1">
            <a:off x="6243449" y="4622123"/>
            <a:ext cx="4374" cy="746719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70EF69E8-7768-4FD0-0786-20703AEE8E1B}"/>
              </a:ext>
            </a:extLst>
          </p:cNvPr>
          <p:cNvCxnSpPr>
            <a:stCxn id="55" idx="0"/>
            <a:endCxn id="40" idx="2"/>
          </p:cNvCxnSpPr>
          <p:nvPr/>
        </p:nvCxnSpPr>
        <p:spPr>
          <a:xfrm flipH="1" flipV="1">
            <a:off x="6247823" y="4622123"/>
            <a:ext cx="2493322" cy="702146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8542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C099506F-BEAC-0D62-73A8-600C8B6E972D}"/>
              </a:ext>
            </a:extLst>
          </p:cNvPr>
          <p:cNvSpPr/>
          <p:nvPr/>
        </p:nvSpPr>
        <p:spPr>
          <a:xfrm>
            <a:off x="3195782" y="239857"/>
            <a:ext cx="2613891" cy="1932100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14BF1EE-0997-FEE9-5F6B-A82328A80CF9}"/>
              </a:ext>
            </a:extLst>
          </p:cNvPr>
          <p:cNvSpPr txBox="1"/>
          <p:nvPr/>
        </p:nvSpPr>
        <p:spPr>
          <a:xfrm>
            <a:off x="3934506" y="358418"/>
            <a:ext cx="1107996" cy="33855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6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master-01</a:t>
            </a:r>
            <a:endParaRPr lang="zh-CN" altLang="en-US" sz="1600">
              <a:solidFill>
                <a:srgbClr val="FFFF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FE166EB-A2B5-26FE-CA2F-7B6CA9C05817}"/>
              </a:ext>
            </a:extLst>
          </p:cNvPr>
          <p:cNvSpPr txBox="1"/>
          <p:nvPr/>
        </p:nvSpPr>
        <p:spPr>
          <a:xfrm>
            <a:off x="3288145" y="815532"/>
            <a:ext cx="1107996" cy="33855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scheduler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4D9426-A3D5-5BAE-ECD8-155938FD62C4}"/>
              </a:ext>
            </a:extLst>
          </p:cNvPr>
          <p:cNvSpPr txBox="1"/>
          <p:nvPr/>
        </p:nvSpPr>
        <p:spPr>
          <a:xfrm>
            <a:off x="4488504" y="815532"/>
            <a:ext cx="1210588" cy="33855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controller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5BABC69-81F7-E1EF-BF79-EF692ACE6C94}"/>
              </a:ext>
            </a:extLst>
          </p:cNvPr>
          <p:cNvSpPr txBox="1"/>
          <p:nvPr/>
        </p:nvSpPr>
        <p:spPr>
          <a:xfrm>
            <a:off x="3948729" y="1736143"/>
            <a:ext cx="1107996" cy="33855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apiserver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7" name="连接符: 肘形 6">
            <a:extLst>
              <a:ext uri="{FF2B5EF4-FFF2-40B4-BE49-F238E27FC236}">
                <a16:creationId xmlns:a16="http://schemas.microsoft.com/office/drawing/2014/main" id="{1DB3AB58-C206-9B9B-0D69-809375715AA0}"/>
              </a:ext>
            </a:extLst>
          </p:cNvPr>
          <p:cNvCxnSpPr>
            <a:cxnSpLocks/>
            <a:stCxn id="4" idx="2"/>
          </p:cNvCxnSpPr>
          <p:nvPr/>
        </p:nvCxnSpPr>
        <p:spPr>
          <a:xfrm rot="16200000" flipH="1">
            <a:off x="3749495" y="1246734"/>
            <a:ext cx="582057" cy="396760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8" name="连接符: 肘形 7">
            <a:extLst>
              <a:ext uri="{FF2B5EF4-FFF2-40B4-BE49-F238E27FC236}">
                <a16:creationId xmlns:a16="http://schemas.microsoft.com/office/drawing/2014/main" id="{DA6067A9-6A1E-26ED-BE45-CD27E5223406}"/>
              </a:ext>
            </a:extLst>
          </p:cNvPr>
          <p:cNvCxnSpPr>
            <a:cxnSpLocks/>
            <a:stCxn id="5" idx="2"/>
          </p:cNvCxnSpPr>
          <p:nvPr/>
        </p:nvCxnSpPr>
        <p:spPr>
          <a:xfrm rot="5400000">
            <a:off x="4632909" y="1275255"/>
            <a:ext cx="582059" cy="33972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E53E384A-5DD2-7075-D3E3-AD4CFB7FEAE6}"/>
              </a:ext>
            </a:extLst>
          </p:cNvPr>
          <p:cNvSpPr/>
          <p:nvPr/>
        </p:nvSpPr>
        <p:spPr>
          <a:xfrm>
            <a:off x="6615022" y="239857"/>
            <a:ext cx="2613891" cy="1932100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1998B9D-D0EA-2121-E8C2-22B6FB0B5AF6}"/>
              </a:ext>
            </a:extLst>
          </p:cNvPr>
          <p:cNvSpPr txBox="1"/>
          <p:nvPr/>
        </p:nvSpPr>
        <p:spPr>
          <a:xfrm>
            <a:off x="7353746" y="358418"/>
            <a:ext cx="1107996" cy="33855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6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master-02</a:t>
            </a:r>
            <a:endParaRPr lang="zh-CN" altLang="en-US" sz="1600">
              <a:solidFill>
                <a:srgbClr val="FFFF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A4375EC-A866-ADD5-CC3C-C6D0EC6E34C5}"/>
              </a:ext>
            </a:extLst>
          </p:cNvPr>
          <p:cNvSpPr txBox="1"/>
          <p:nvPr/>
        </p:nvSpPr>
        <p:spPr>
          <a:xfrm>
            <a:off x="6707385" y="815532"/>
            <a:ext cx="1107996" cy="33855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scheduler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0380985-6AAA-6E53-A526-A7E5C58CEA05}"/>
              </a:ext>
            </a:extLst>
          </p:cNvPr>
          <p:cNvSpPr txBox="1"/>
          <p:nvPr/>
        </p:nvSpPr>
        <p:spPr>
          <a:xfrm>
            <a:off x="7907744" y="815532"/>
            <a:ext cx="1210588" cy="33855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controller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4143670-2723-F257-BBA3-970148366D58}"/>
              </a:ext>
            </a:extLst>
          </p:cNvPr>
          <p:cNvSpPr txBox="1"/>
          <p:nvPr/>
        </p:nvSpPr>
        <p:spPr>
          <a:xfrm>
            <a:off x="7367969" y="1736143"/>
            <a:ext cx="1107996" cy="33855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</a:rPr>
              <a:t>apiserver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4" name="连接符: 肘形 13">
            <a:extLst>
              <a:ext uri="{FF2B5EF4-FFF2-40B4-BE49-F238E27FC236}">
                <a16:creationId xmlns:a16="http://schemas.microsoft.com/office/drawing/2014/main" id="{62350F37-EAAB-47CB-BB0A-C30978A309AC}"/>
              </a:ext>
            </a:extLst>
          </p:cNvPr>
          <p:cNvCxnSpPr>
            <a:cxnSpLocks/>
            <a:stCxn id="11" idx="2"/>
          </p:cNvCxnSpPr>
          <p:nvPr/>
        </p:nvCxnSpPr>
        <p:spPr>
          <a:xfrm rot="16200000" flipH="1">
            <a:off x="7168735" y="1246734"/>
            <a:ext cx="582057" cy="396760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" name="连接符: 肘形 14">
            <a:extLst>
              <a:ext uri="{FF2B5EF4-FFF2-40B4-BE49-F238E27FC236}">
                <a16:creationId xmlns:a16="http://schemas.microsoft.com/office/drawing/2014/main" id="{ACA4E2C3-593F-CD9A-909F-230371FA7EF3}"/>
              </a:ext>
            </a:extLst>
          </p:cNvPr>
          <p:cNvCxnSpPr>
            <a:cxnSpLocks/>
            <a:stCxn id="12" idx="2"/>
          </p:cNvCxnSpPr>
          <p:nvPr/>
        </p:nvCxnSpPr>
        <p:spPr>
          <a:xfrm rot="5400000">
            <a:off x="8052149" y="1275255"/>
            <a:ext cx="582059" cy="33972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38CB9261-69F7-C1C1-B977-E1F088EBF94E}"/>
              </a:ext>
            </a:extLst>
          </p:cNvPr>
          <p:cNvSpPr/>
          <p:nvPr/>
        </p:nvSpPr>
        <p:spPr>
          <a:xfrm>
            <a:off x="1598611" y="2941778"/>
            <a:ext cx="2243532" cy="1039274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62E64D6B-80F7-6EE0-C758-9F870D5DBC14}"/>
              </a:ext>
            </a:extLst>
          </p:cNvPr>
          <p:cNvSpPr txBox="1"/>
          <p:nvPr/>
        </p:nvSpPr>
        <p:spPr>
          <a:xfrm>
            <a:off x="1997194" y="3009810"/>
            <a:ext cx="1415772" cy="33855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6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etcd-cluster</a:t>
            </a:r>
            <a:endParaRPr lang="zh-CN" altLang="en-US" sz="1600">
              <a:solidFill>
                <a:srgbClr val="FFFF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7246687-6A5D-BF94-F471-12D45112C033}"/>
              </a:ext>
            </a:extLst>
          </p:cNvPr>
          <p:cNvSpPr txBox="1"/>
          <p:nvPr/>
        </p:nvSpPr>
        <p:spPr>
          <a:xfrm>
            <a:off x="1598611" y="3549299"/>
            <a:ext cx="723275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</a:rPr>
              <a:t>etcd-01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0FBEEDC5-7527-A3B3-EB40-8E94CA8DF035}"/>
              </a:ext>
            </a:extLst>
          </p:cNvPr>
          <p:cNvSpPr txBox="1"/>
          <p:nvPr/>
        </p:nvSpPr>
        <p:spPr>
          <a:xfrm>
            <a:off x="2358739" y="3549299"/>
            <a:ext cx="723275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</a:rPr>
              <a:t>etcd-02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71B4ACB6-80AC-A5D3-492A-426EAB8F8E3D}"/>
              </a:ext>
            </a:extLst>
          </p:cNvPr>
          <p:cNvSpPr txBox="1"/>
          <p:nvPr/>
        </p:nvSpPr>
        <p:spPr>
          <a:xfrm>
            <a:off x="3118867" y="3549299"/>
            <a:ext cx="723275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</a:rPr>
              <a:t>etcd-03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BECD9863-581D-3F1F-9FE5-DE77C0C7F36A}"/>
              </a:ext>
            </a:extLst>
          </p:cNvPr>
          <p:cNvSpPr/>
          <p:nvPr/>
        </p:nvSpPr>
        <p:spPr>
          <a:xfrm>
            <a:off x="8513039" y="2923305"/>
            <a:ext cx="2243532" cy="1076130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3DE74521-0B67-33A4-3DC8-541CD5374E3D}"/>
              </a:ext>
            </a:extLst>
          </p:cNvPr>
          <p:cNvSpPr txBox="1"/>
          <p:nvPr/>
        </p:nvSpPr>
        <p:spPr>
          <a:xfrm>
            <a:off x="8978213" y="3009810"/>
            <a:ext cx="1313180" cy="33855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6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external-</a:t>
            </a:r>
            <a:r>
              <a:rPr lang="en-US" altLang="zh-CN" sz="1600" err="1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lb</a:t>
            </a:r>
            <a:endParaRPr lang="zh-CN" altLang="en-US" sz="1600">
              <a:solidFill>
                <a:srgbClr val="FFFF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132593E6-48C6-C4BF-8850-30ED2A5B850F}"/>
              </a:ext>
            </a:extLst>
          </p:cNvPr>
          <p:cNvSpPr txBox="1"/>
          <p:nvPr/>
        </p:nvSpPr>
        <p:spPr>
          <a:xfrm>
            <a:off x="9388582" y="3408581"/>
            <a:ext cx="492443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</a:rPr>
              <a:t>l4lb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C349B884-CB9C-5EB8-96B6-5111E64ED170}"/>
              </a:ext>
            </a:extLst>
          </p:cNvPr>
          <p:cNvSpPr txBox="1"/>
          <p:nvPr/>
        </p:nvSpPr>
        <p:spPr>
          <a:xfrm>
            <a:off x="9157751" y="3685580"/>
            <a:ext cx="954107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</a:rPr>
              <a:t>keepalived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E9A91D6A-1D7B-9489-C9AB-1BED6B7BFA34}"/>
              </a:ext>
            </a:extLst>
          </p:cNvPr>
          <p:cNvCxnSpPr>
            <a:stCxn id="6" idx="2"/>
            <a:endCxn id="47" idx="0"/>
          </p:cNvCxnSpPr>
          <p:nvPr/>
        </p:nvCxnSpPr>
        <p:spPr>
          <a:xfrm flipH="1">
            <a:off x="2705080" y="2074697"/>
            <a:ext cx="1797647" cy="935113"/>
          </a:xfrm>
          <a:prstGeom prst="straightConnector1">
            <a:avLst/>
          </a:prstGeom>
          <a:ln>
            <a:solidFill>
              <a:srgbClr val="FF7575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B7348627-F8D0-24BA-DCA4-757A2E935F60}"/>
              </a:ext>
            </a:extLst>
          </p:cNvPr>
          <p:cNvCxnSpPr>
            <a:stCxn id="13" idx="2"/>
            <a:endCxn id="47" idx="0"/>
          </p:cNvCxnSpPr>
          <p:nvPr/>
        </p:nvCxnSpPr>
        <p:spPr>
          <a:xfrm flipH="1">
            <a:off x="2705080" y="2074697"/>
            <a:ext cx="5216887" cy="935113"/>
          </a:xfrm>
          <a:prstGeom prst="straightConnector1">
            <a:avLst/>
          </a:prstGeom>
          <a:ln>
            <a:solidFill>
              <a:srgbClr val="FF7575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B6D59199-3A06-BF15-2098-355F5322CDBC}"/>
              </a:ext>
            </a:extLst>
          </p:cNvPr>
          <p:cNvCxnSpPr>
            <a:stCxn id="53" idx="0"/>
            <a:endCxn id="6" idx="2"/>
          </p:cNvCxnSpPr>
          <p:nvPr/>
        </p:nvCxnSpPr>
        <p:spPr>
          <a:xfrm flipH="1" flipV="1">
            <a:off x="4502727" y="2074697"/>
            <a:ext cx="5132076" cy="935113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7A482855-185E-CD77-A10F-E7AA7DD21843}"/>
              </a:ext>
            </a:extLst>
          </p:cNvPr>
          <p:cNvCxnSpPr>
            <a:stCxn id="53" idx="0"/>
            <a:endCxn id="13" idx="2"/>
          </p:cNvCxnSpPr>
          <p:nvPr/>
        </p:nvCxnSpPr>
        <p:spPr>
          <a:xfrm flipH="1" flipV="1">
            <a:off x="7921967" y="2074697"/>
            <a:ext cx="1712836" cy="935113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81" name="矩形: 圆角 80">
            <a:extLst>
              <a:ext uri="{FF2B5EF4-FFF2-40B4-BE49-F238E27FC236}">
                <a16:creationId xmlns:a16="http://schemas.microsoft.com/office/drawing/2014/main" id="{FB4912E4-3600-3D9F-864C-A9F684596FE5}"/>
              </a:ext>
            </a:extLst>
          </p:cNvPr>
          <p:cNvSpPr/>
          <p:nvPr/>
        </p:nvSpPr>
        <p:spPr>
          <a:xfrm>
            <a:off x="3271457" y="4538924"/>
            <a:ext cx="1726376" cy="1960658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270768C8-FCA6-97D6-B463-1F07BD2D618E}"/>
              </a:ext>
            </a:extLst>
          </p:cNvPr>
          <p:cNvSpPr txBox="1"/>
          <p:nvPr/>
        </p:nvSpPr>
        <p:spPr>
          <a:xfrm>
            <a:off x="3271457" y="5686411"/>
            <a:ext cx="723275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</a:rPr>
              <a:t>kubelet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26427507-6F81-BD4B-0CB4-6CED477024DB}"/>
              </a:ext>
            </a:extLst>
          </p:cNvPr>
          <p:cNvSpPr txBox="1"/>
          <p:nvPr/>
        </p:nvSpPr>
        <p:spPr>
          <a:xfrm>
            <a:off x="4043726" y="5686411"/>
            <a:ext cx="954107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</a:rPr>
              <a:t>kube-proxy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E3552493-59DA-4B95-04C6-C2116A8049F7}"/>
              </a:ext>
            </a:extLst>
          </p:cNvPr>
          <p:cNvSpPr txBox="1"/>
          <p:nvPr/>
        </p:nvSpPr>
        <p:spPr>
          <a:xfrm>
            <a:off x="3683239" y="4599905"/>
            <a:ext cx="902811" cy="33855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6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kube-lb</a:t>
            </a:r>
            <a:endParaRPr lang="zh-CN" altLang="en-US" sz="1600">
              <a:solidFill>
                <a:srgbClr val="FFFF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379974C7-2995-AAEA-BCC1-E1C6FAA0EFA0}"/>
              </a:ext>
            </a:extLst>
          </p:cNvPr>
          <p:cNvSpPr txBox="1"/>
          <p:nvPr/>
        </p:nvSpPr>
        <p:spPr>
          <a:xfrm>
            <a:off x="3580646" y="6023251"/>
            <a:ext cx="1107996" cy="33855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6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worker-01</a:t>
            </a:r>
            <a:endParaRPr lang="zh-CN" altLang="en-US" sz="1600">
              <a:solidFill>
                <a:srgbClr val="FFFF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6" name="矩形: 圆角 85">
            <a:extLst>
              <a:ext uri="{FF2B5EF4-FFF2-40B4-BE49-F238E27FC236}">
                <a16:creationId xmlns:a16="http://schemas.microsoft.com/office/drawing/2014/main" id="{C136A1FA-151D-DD44-D1E9-3413EB0680A5}"/>
              </a:ext>
            </a:extLst>
          </p:cNvPr>
          <p:cNvSpPr/>
          <p:nvPr/>
        </p:nvSpPr>
        <p:spPr>
          <a:xfrm>
            <a:off x="5295136" y="4538924"/>
            <a:ext cx="1726376" cy="1960658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03832161-B4E3-F18A-0487-3EFCBB3AC897}"/>
              </a:ext>
            </a:extLst>
          </p:cNvPr>
          <p:cNvSpPr txBox="1"/>
          <p:nvPr/>
        </p:nvSpPr>
        <p:spPr>
          <a:xfrm>
            <a:off x="5295136" y="5686411"/>
            <a:ext cx="723275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</a:rPr>
              <a:t>kubelet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70C74A1B-FACF-B47C-ABDE-9A0F658D03F5}"/>
              </a:ext>
            </a:extLst>
          </p:cNvPr>
          <p:cNvSpPr txBox="1"/>
          <p:nvPr/>
        </p:nvSpPr>
        <p:spPr>
          <a:xfrm>
            <a:off x="6067405" y="5686411"/>
            <a:ext cx="954107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</a:rPr>
              <a:t>kube-proxy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45D0934C-167F-8CFD-A444-A5C98D410585}"/>
              </a:ext>
            </a:extLst>
          </p:cNvPr>
          <p:cNvSpPr txBox="1"/>
          <p:nvPr/>
        </p:nvSpPr>
        <p:spPr>
          <a:xfrm>
            <a:off x="5706918" y="4599905"/>
            <a:ext cx="902811" cy="33855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6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kube-lb</a:t>
            </a:r>
            <a:endParaRPr lang="zh-CN" altLang="en-US" sz="1600">
              <a:solidFill>
                <a:srgbClr val="FFFF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DB04E4EE-7057-DFC8-C80C-AA79340458F3}"/>
              </a:ext>
            </a:extLst>
          </p:cNvPr>
          <p:cNvSpPr txBox="1"/>
          <p:nvPr/>
        </p:nvSpPr>
        <p:spPr>
          <a:xfrm>
            <a:off x="5604325" y="6023251"/>
            <a:ext cx="1107996" cy="33855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6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worker-02</a:t>
            </a:r>
            <a:endParaRPr lang="zh-CN" altLang="en-US" sz="1600">
              <a:solidFill>
                <a:srgbClr val="FFFF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1" name="矩形: 圆角 90">
            <a:extLst>
              <a:ext uri="{FF2B5EF4-FFF2-40B4-BE49-F238E27FC236}">
                <a16:creationId xmlns:a16="http://schemas.microsoft.com/office/drawing/2014/main" id="{FCB88595-48F6-1B9F-0E5C-CEDF114C205B}"/>
              </a:ext>
            </a:extLst>
          </p:cNvPr>
          <p:cNvSpPr/>
          <p:nvPr/>
        </p:nvSpPr>
        <p:spPr>
          <a:xfrm>
            <a:off x="7318815" y="4538924"/>
            <a:ext cx="1726376" cy="1960658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AFC280FC-DD4C-81D8-437F-CBA7DB91DBEF}"/>
              </a:ext>
            </a:extLst>
          </p:cNvPr>
          <p:cNvSpPr txBox="1"/>
          <p:nvPr/>
        </p:nvSpPr>
        <p:spPr>
          <a:xfrm>
            <a:off x="7318815" y="5686411"/>
            <a:ext cx="723275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</a:rPr>
              <a:t>kubelet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AE570A84-5DC3-69D9-FDB3-282FFE157809}"/>
              </a:ext>
            </a:extLst>
          </p:cNvPr>
          <p:cNvSpPr txBox="1"/>
          <p:nvPr/>
        </p:nvSpPr>
        <p:spPr>
          <a:xfrm>
            <a:off x="8091084" y="5686411"/>
            <a:ext cx="954107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</a:rPr>
              <a:t>kube-proxy</a:t>
            </a:r>
            <a:endParaRPr lang="zh-CN" altLang="en-US" sz="1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5D64CD5D-224B-DE3C-24B7-71C6D9FE642C}"/>
              </a:ext>
            </a:extLst>
          </p:cNvPr>
          <p:cNvSpPr txBox="1"/>
          <p:nvPr/>
        </p:nvSpPr>
        <p:spPr>
          <a:xfrm>
            <a:off x="7730597" y="4599905"/>
            <a:ext cx="902811" cy="33855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6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kube-lb</a:t>
            </a:r>
            <a:endParaRPr lang="zh-CN" altLang="en-US" sz="1600">
              <a:solidFill>
                <a:srgbClr val="FFFF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315F04FA-AE0B-364D-A987-855D74BC4CB8}"/>
              </a:ext>
            </a:extLst>
          </p:cNvPr>
          <p:cNvSpPr txBox="1"/>
          <p:nvPr/>
        </p:nvSpPr>
        <p:spPr>
          <a:xfrm>
            <a:off x="7628004" y="6023251"/>
            <a:ext cx="1107996" cy="33855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60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worker-03</a:t>
            </a:r>
            <a:endParaRPr lang="zh-CN" altLang="en-US" sz="1600">
              <a:solidFill>
                <a:srgbClr val="FFFF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AB703940-BF4F-82A4-D4A9-798E430DD1DB}"/>
              </a:ext>
            </a:extLst>
          </p:cNvPr>
          <p:cNvCxnSpPr>
            <a:stCxn id="82" idx="0"/>
            <a:endCxn id="84" idx="2"/>
          </p:cNvCxnSpPr>
          <p:nvPr/>
        </p:nvCxnSpPr>
        <p:spPr>
          <a:xfrm flipV="1">
            <a:off x="3633095" y="4938459"/>
            <a:ext cx="501550" cy="74795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AE45E79B-362E-4248-DBCD-74F5776134A8}"/>
              </a:ext>
            </a:extLst>
          </p:cNvPr>
          <p:cNvCxnSpPr>
            <a:stCxn id="83" idx="0"/>
            <a:endCxn id="84" idx="2"/>
          </p:cNvCxnSpPr>
          <p:nvPr/>
        </p:nvCxnSpPr>
        <p:spPr>
          <a:xfrm flipH="1" flipV="1">
            <a:off x="4134645" y="4938459"/>
            <a:ext cx="386135" cy="74795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378711DD-DAFF-EA46-66CB-DC88E3EAAD50}"/>
              </a:ext>
            </a:extLst>
          </p:cNvPr>
          <p:cNvCxnSpPr>
            <a:stCxn id="87" idx="0"/>
            <a:endCxn id="89" idx="2"/>
          </p:cNvCxnSpPr>
          <p:nvPr/>
        </p:nvCxnSpPr>
        <p:spPr>
          <a:xfrm flipV="1">
            <a:off x="5656774" y="4938459"/>
            <a:ext cx="501550" cy="74795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D109BFAD-031B-969A-7BA1-3BF99612293E}"/>
              </a:ext>
            </a:extLst>
          </p:cNvPr>
          <p:cNvCxnSpPr>
            <a:stCxn id="88" idx="0"/>
            <a:endCxn id="89" idx="2"/>
          </p:cNvCxnSpPr>
          <p:nvPr/>
        </p:nvCxnSpPr>
        <p:spPr>
          <a:xfrm flipH="1" flipV="1">
            <a:off x="6158324" y="4938459"/>
            <a:ext cx="386135" cy="74795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D536024E-0D90-34A4-2B48-8A5A962E01EE}"/>
              </a:ext>
            </a:extLst>
          </p:cNvPr>
          <p:cNvCxnSpPr>
            <a:stCxn id="92" idx="0"/>
            <a:endCxn id="94" idx="2"/>
          </p:cNvCxnSpPr>
          <p:nvPr/>
        </p:nvCxnSpPr>
        <p:spPr>
          <a:xfrm flipV="1">
            <a:off x="7680453" y="4938459"/>
            <a:ext cx="501550" cy="74795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B2EA1514-6345-5A5C-97D1-9D2CFFB53199}"/>
              </a:ext>
            </a:extLst>
          </p:cNvPr>
          <p:cNvCxnSpPr>
            <a:stCxn id="93" idx="0"/>
            <a:endCxn id="94" idx="2"/>
          </p:cNvCxnSpPr>
          <p:nvPr/>
        </p:nvCxnSpPr>
        <p:spPr>
          <a:xfrm flipH="1" flipV="1">
            <a:off x="8182003" y="4938459"/>
            <a:ext cx="386135" cy="74795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89B72E6D-4331-8595-ACD9-FEE79927FE19}"/>
              </a:ext>
            </a:extLst>
          </p:cNvPr>
          <p:cNvCxnSpPr>
            <a:stCxn id="84" idx="0"/>
            <a:endCxn id="6" idx="2"/>
          </p:cNvCxnSpPr>
          <p:nvPr/>
        </p:nvCxnSpPr>
        <p:spPr>
          <a:xfrm flipV="1">
            <a:off x="4134645" y="2074697"/>
            <a:ext cx="368082" cy="2525208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3C815AEC-A575-CC95-2A53-0B77D4FAF180}"/>
              </a:ext>
            </a:extLst>
          </p:cNvPr>
          <p:cNvCxnSpPr>
            <a:stCxn id="89" idx="0"/>
            <a:endCxn id="6" idx="2"/>
          </p:cNvCxnSpPr>
          <p:nvPr/>
        </p:nvCxnSpPr>
        <p:spPr>
          <a:xfrm flipH="1" flipV="1">
            <a:off x="4502727" y="2074697"/>
            <a:ext cx="1655597" cy="2525208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13" name="直接箭头连接符 112">
            <a:extLst>
              <a:ext uri="{FF2B5EF4-FFF2-40B4-BE49-F238E27FC236}">
                <a16:creationId xmlns:a16="http://schemas.microsoft.com/office/drawing/2014/main" id="{53AADCBD-C9C5-94FB-9628-97FF71ABEBC9}"/>
              </a:ext>
            </a:extLst>
          </p:cNvPr>
          <p:cNvCxnSpPr>
            <a:stCxn id="94" idx="0"/>
            <a:endCxn id="6" idx="2"/>
          </p:cNvCxnSpPr>
          <p:nvPr/>
        </p:nvCxnSpPr>
        <p:spPr>
          <a:xfrm flipH="1" flipV="1">
            <a:off x="4502727" y="2074697"/>
            <a:ext cx="3679276" cy="2525208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3D5738F0-7F88-4768-8C75-D89864B3E617}"/>
              </a:ext>
            </a:extLst>
          </p:cNvPr>
          <p:cNvCxnSpPr>
            <a:stCxn id="84" idx="0"/>
            <a:endCxn id="13" idx="2"/>
          </p:cNvCxnSpPr>
          <p:nvPr/>
        </p:nvCxnSpPr>
        <p:spPr>
          <a:xfrm flipV="1">
            <a:off x="4134645" y="2074697"/>
            <a:ext cx="3787322" cy="2525208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BFC837AC-670F-D5F5-F552-BB1FAEB3F57F}"/>
              </a:ext>
            </a:extLst>
          </p:cNvPr>
          <p:cNvCxnSpPr>
            <a:stCxn id="89" idx="0"/>
            <a:endCxn id="13" idx="2"/>
          </p:cNvCxnSpPr>
          <p:nvPr/>
        </p:nvCxnSpPr>
        <p:spPr>
          <a:xfrm flipV="1">
            <a:off x="6158324" y="2074697"/>
            <a:ext cx="1763643" cy="2525208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1286C629-CFE5-C460-4E10-FA81F6694238}"/>
              </a:ext>
            </a:extLst>
          </p:cNvPr>
          <p:cNvCxnSpPr>
            <a:stCxn id="94" idx="0"/>
            <a:endCxn id="13" idx="2"/>
          </p:cNvCxnSpPr>
          <p:nvPr/>
        </p:nvCxnSpPr>
        <p:spPr>
          <a:xfrm flipH="1" flipV="1">
            <a:off x="7921967" y="2074697"/>
            <a:ext cx="260036" cy="2525208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4562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51</Words>
  <Application>Microsoft Office PowerPoint</Application>
  <PresentationFormat>宽屏</PresentationFormat>
  <Paragraphs>51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宋体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zhangpu</dc:creator>
  <cp:lastModifiedBy>zhangpu</cp:lastModifiedBy>
  <cp:revision>5</cp:revision>
  <dcterms:created xsi:type="dcterms:W3CDTF">2025-12-02T14:43:38Z</dcterms:created>
  <dcterms:modified xsi:type="dcterms:W3CDTF">2025-12-03T15:12:25Z</dcterms:modified>
</cp:coreProperties>
</file>